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$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21 in API fees, ~8× more than GPT-4o-mini ($2.75)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free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3333</TotalTime>
  <Words>1639</Words>
  <Application>Microsoft Office PowerPoint</Application>
  <PresentationFormat>On-screen Show (4:3)</PresentationFormat>
  <Paragraphs>437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179</cp:revision>
  <dcterms:created xsi:type="dcterms:W3CDTF">2026-05-18T05:31:02Z</dcterms:created>
  <dcterms:modified xsi:type="dcterms:W3CDTF">2026-06-16T06:55:18Z</dcterms:modified>
</cp:coreProperties>
</file>