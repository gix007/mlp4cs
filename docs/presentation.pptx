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0" d="100"/>
          <a:sy n="90" d="100"/>
        </p:scale>
        <p:origin x="-63" y="-4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LLM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Establishes the upper limit of a single-prompt LLM approach.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 → Policy → DB → ResponseGen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DST(LoRA) → Policy → DB → ResponseGen(LoRA)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LLaMA-3.2-3B)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Disciplined zero-shot models peak in Exp 1, while undisciplined ones gain from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Exp 2, Exp 3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principle: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Architecture depends on baseline.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  <a:endParaRPr lang="el-GR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l-GR" sz="20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• The architecture × baseline principle is empirical,</a:t>
            </a:r>
            <a:r>
              <a:rPr lang="el-GR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not theoretical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 as Exp 4: preference-based on top of LoRA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(e.g., LangGraph)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2024</TotalTime>
  <Words>1713</Words>
  <Application>Microsoft Office PowerPoint</Application>
  <PresentationFormat>On-screen Show (4:3)</PresentationFormat>
  <Paragraphs>468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152</cp:revision>
  <dcterms:created xsi:type="dcterms:W3CDTF">2026-05-18T05:31:02Z</dcterms:created>
  <dcterms:modified xsi:type="dcterms:W3CDTF">2026-05-24T04:28:27Z</dcterms:modified>
</cp:coreProperties>
</file>