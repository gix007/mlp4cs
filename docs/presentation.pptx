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9" d="100"/>
          <a:sy n="89" d="100"/>
        </p:scale>
        <p:origin x="-63" y="-4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Vasilis Katsouros, Director of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Aggelos Pikrakis, Associate Professor, University of Piraeus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investigate the architectural choices that lead to a customer-service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Zero-shot LLM pipelines (Hudeček &amp; Dušek 2023, SGP-TOD 2023)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Modular / multi-agent LLMs (DARD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 for TOD (LDST 2024, 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along two axes:</a:t>
            </a: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Exp 1 → Exp 2: isolates architectural decomposition</a:t>
            </a:r>
          </a:p>
          <a:p>
            <a:pPr marL="0" indent="0">
              <a:buNone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Exp 2 → Exp 3: isolates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51723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LLM →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lexicalize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prompt (including Policy):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lexicalize: fills placeholders with real entity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values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Diagnostic checks: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• policy: verifies booking-rule compliance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the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Establishes the upper limit of a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single-prompt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LLM approach.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DST → Policy → DB → ResponseGen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 (zero-shot, prompted):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Rule-based code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the monolithic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DST(LoRA) → Policy → DB → ResponseGen(LoRA)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LLaMA-3.2-3B)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4784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3, all 4-bit quantized):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Qwen2.5-14B, 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Range: 3B to 14B parameters, 16K to 200K context windows.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Infrastructure: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EuroHPC Leonardo (CINECA, Italy), NVIDIA A100 GPUs.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 (Tomiinek mwzeval):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Hallucination Rate: response grounding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 Violation Rate: booking-rule compliance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/ Intent Precision: classification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Latency (s),  Cost ($): deployment cost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~8× the cost of GPT-4o-mini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GPT-4o-mini.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plateaus at ~71, 21 points behind Haiku (91.4). Bottleneck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Disciplined zero-shot models peak in Exp 1, while undisciplined ones gain from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Exp 2, Exp 3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32859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principle: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Architecture × zero-shot discipline.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zero-shot models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  <a:endParaRPr lang="el-GR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l-GR" sz="20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• The architecture × discipline principle is empirical,</a:t>
            </a:r>
            <a:r>
              <a:rPr lang="el-GR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not theoretical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5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advanced prompting (knowledge generation, self consistency, retrieval-augmented few-shot examples)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 as Exp 4: preference-based on top of LoRA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(e.g., LangGraph)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1625</TotalTime>
  <Words>1766</Words>
  <Application>Microsoft Office PowerPoint</Application>
  <PresentationFormat>On-screen Show (4:3)</PresentationFormat>
  <Paragraphs>472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135</cp:revision>
  <dcterms:created xsi:type="dcterms:W3CDTF">2026-05-18T05:31:02Z</dcterms:created>
  <dcterms:modified xsi:type="dcterms:W3CDTF">2026-05-21T10:10:38Z</dcterms:modified>
</cp:coreProperties>
</file>