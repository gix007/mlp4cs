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0" d="100"/>
          <a:sy n="90" d="100"/>
        </p:scale>
        <p:origin x="-42" y="-4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Scientific Associate, ILSP, Athena Research Center</a:t>
            </a:r>
          </a:p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Vasilis Katsouros, Director of ILSP, Athena Research Center</a:t>
            </a:r>
          </a:p>
          <a:p>
            <a:pPr algn="l"/>
            <a:r>
              <a:rPr lang="en-US" sz="14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Aggelos Pikrakis, Associate Professor, University of Piraeus</a:t>
            </a:r>
          </a:p>
          <a:p>
            <a:pPr algn="l"/>
            <a:endParaRPr lang="en-US" sz="14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5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5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489654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labor, errors, and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investigate the architectural choices that lead to a customer-service dialogue system that is reliable, controllable and affordable.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Both questions are evaluated across commercial API models (GPT-4o-mini, Claude 3 Haiku) and open-source models (LLaMA, Qwen, Phi).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values), dialog acts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Information enrichment: 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Schema-guided prompts (SGP-TOD 2023)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Examples from training set (Hudeček &amp; Dušek, few-shot variant)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Task Decomposition: modular pipelines / multi-agent LLMs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(Hudeček &amp; Dušek 2023, 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PEFT: LoRA fine-tuning (Spec-TOD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isolating each variable: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architectural decomposition and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(one LLM call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Dialogue History +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LLM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LLM produces in a single prompt (including Policy):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Entity selection from the database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Post-LLM steps (rule-based):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Defines the reference point for Exp 2 and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(two LLM calls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 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LLM calls: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DST: extracts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ResponseGen: writes a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Deterministic steps (no LLM):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Policy: checks required booking slots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DB query: retrieves matching entities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response, retries up to 2 times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Decomposes Exp 1’s task into focused, role-specialized calls.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DST(LoRA)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ResponseGen(LoRA)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60851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Range: 3B to 14B parameters, 16K to 200K context windows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Infrastructure: EuroHPC Leonardo (CINECA, Italy), NVIDIA A100 GPU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6805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 Hallucination Rate, Policy Violation Rate, Domain / Intent Precision, Latency (s),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Cost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($).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776864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  <a:gridCol w="853752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$21.03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$2.75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4157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at very high cost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quality, free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920880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80138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$0.78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GPT-4o-mini,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848872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729377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stays at ~71, 21 points behind Haiku (91.4). Bottleneck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shifts from DST to ResponseGen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9685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Observed pattern: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Disciplined models tend to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tend to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Results sensitive to implementation choices (prompts, delex protocol, fine-tuning hyperparameters)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prompting alternatives, e.g., retrieval-augmented few-shot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post-training: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preference-based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with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2577</TotalTime>
  <Words>1682</Words>
  <Application>Microsoft Office PowerPoint</Application>
  <PresentationFormat>On-screen Show (4:3)</PresentationFormat>
  <Paragraphs>465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Limitations and Future Work</vt:lpstr>
      <vt:lpstr>Slide 18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164</cp:revision>
  <dcterms:created xsi:type="dcterms:W3CDTF">2026-05-18T05:31:02Z</dcterms:created>
  <dcterms:modified xsi:type="dcterms:W3CDTF">2026-06-09T05:10:58Z</dcterms:modified>
</cp:coreProperties>
</file>