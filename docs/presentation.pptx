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2" d="100"/>
          <a:sy n="112" d="100"/>
        </p:scale>
        <p:origin x="-1611" y="-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: Aggelos Pikrakis, Associate Professor, University of Piraeus 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Georgios Paraskevopoulos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, Scientific Associate, ILSP, Athena Research Center</a:t>
            </a:r>
            <a:endParaRPr lang="en-US" sz="1400" dirty="0" smtClean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2613</TotalTime>
  <Words>1684</Words>
  <Application>Microsoft Office PowerPoint</Application>
  <PresentationFormat>On-screen Show (4:3)</PresentationFormat>
  <Paragraphs>466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167</cp:revision>
  <dcterms:created xsi:type="dcterms:W3CDTF">2026-05-18T05:31:02Z</dcterms:created>
  <dcterms:modified xsi:type="dcterms:W3CDTF">2026-06-10T10:38:41Z</dcterms:modified>
</cp:coreProperties>
</file>