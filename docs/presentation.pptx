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66" y="-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Autofit/>
          </a:bodyPr>
          <a:lstStyle/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Research Associate, ILSP, ATHENA R.C.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2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), dialog acts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6923112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at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$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21 in API fees, ~8× more than GPT-4o-mini ($2.75)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</a:t>
            </a:r>
            <a:r>
              <a:rPr lang="en-US" sz="1600" smtClean="0">
                <a:latin typeface="Arial" pitchFamily="34" charset="0"/>
                <a:cs typeface="Arial" pitchFamily="34" charset="0"/>
              </a:rPr>
              <a:t>API </a:t>
            </a:r>
            <a:r>
              <a:rPr lang="en-US" sz="1600" smtClean="0">
                <a:latin typeface="Arial" pitchFamily="34" charset="0"/>
                <a:cs typeface="Arial" pitchFamily="34" charset="0"/>
              </a:rPr>
              <a:t>quality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3349</TotalTime>
  <Words>1637</Words>
  <Application>Microsoft Office PowerPoint</Application>
  <PresentationFormat>On-screen Show (4:3)</PresentationFormat>
  <Paragraphs>437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180</cp:revision>
  <dcterms:created xsi:type="dcterms:W3CDTF">2026-05-18T05:31:02Z</dcterms:created>
  <dcterms:modified xsi:type="dcterms:W3CDTF">2026-06-16T07:11:45Z</dcterms:modified>
</cp:coreProperties>
</file>