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1" d="100"/>
          <a:sy n="81" d="100"/>
        </p:scale>
        <p:origin x="-45" y="-6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Scientific Associate, ILSP, Athena Research Center</a:t>
            </a:r>
          </a:p>
          <a:p>
            <a:pPr algn="l"/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Vasilis Katsouros, Director of ILSP, Athena Research Center</a:t>
            </a:r>
          </a:p>
          <a:p>
            <a:pPr algn="l"/>
            <a:r>
              <a:rPr lang="en-US" sz="14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Aggelos Pikrakis, Associate Professor, University of Piraeus</a:t>
            </a:r>
          </a:p>
          <a:p>
            <a:pPr algn="l"/>
            <a:endParaRPr lang="en-US" sz="14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5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5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489654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labor, errors, and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customer-service dialogue system that 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Both questions are evaluated across commercial API models (GPT-4o-mini, Claude 3 Haiku) and open-source models (LLaMA, Qwen, Phi).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2023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set (Hudeček &amp;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Dušek, few-shot variant)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/ multi-agent LLMs 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  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(Hudeček &amp; Dušek 2023,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DARD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along two axes:</a:t>
            </a: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Exp 1 → Exp 2: isolates architectural decomposition</a:t>
            </a:r>
          </a:p>
          <a:p>
            <a:pPr marL="0" indent="0">
              <a:buNone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Exp 2 → Exp 3: isolates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LLM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prompt (including Policy):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Post-LLM steps (rule-based):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Establishes the upper limit of a single-prompt LLM approach.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DST → Policy → DB → ResponseGen 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Deterministic steps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Exp 1’s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DST(LoRA) → Policy → DB → ResponseGen(LoRA) 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LLaMA-3.2-3B)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metrics: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): Hallucination Rate, Policy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Violation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Rate, Domain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/ Intent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Precision, Latency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(s),  Cost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($).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776864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  <a:gridCol w="853752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$21.03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$2.75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4157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at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very high cost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quality, free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920880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80138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$2.10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$0.78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$0.20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GPT-4o-mini,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but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848872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  <a:gridCol w="729377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free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stays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at ~71, 21 points behind Haiku (91.4).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Bottleneck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Disciplined zero-shot models peak in Exp 1, while undisciplined ones gain from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Exp 2, Exp 3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1125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principle: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Architecture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depends on baseline.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Disciplined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models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  <a:endParaRPr lang="el-GR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l-GR" sz="20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• The architecture ×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baseline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principle is empirical,</a:t>
            </a:r>
            <a:r>
              <a:rPr lang="el-GR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not theoretical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MultiWOZ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prompting alternatives, e.g.,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retrieval-augmented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few-shot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 as Exp 4: preference-based on top of LoRA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(e.g., LangGraph)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1888</TotalTime>
  <Words>1728</Words>
  <Application>Microsoft Office PowerPoint</Application>
  <PresentationFormat>On-screen Show (4:3)</PresentationFormat>
  <Paragraphs>470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151</cp:revision>
  <dcterms:created xsi:type="dcterms:W3CDTF">2026-05-18T05:31:02Z</dcterms:created>
  <dcterms:modified xsi:type="dcterms:W3CDTF">2026-05-22T08:39:48Z</dcterms:modified>
</cp:coreProperties>
</file>