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0" d="100"/>
          <a:sy n="90" d="100"/>
        </p:scale>
        <p:origin x="-42" y="-4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Vasilis Katsouros, Director of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Aggelos Pikrakis, Associate Professor, University of Piraeus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2612</TotalTime>
  <Words>1682</Words>
  <Application>Microsoft Office PowerPoint</Application>
  <PresentationFormat>On-screen Show (4:3)</PresentationFormat>
  <Paragraphs>465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164</cp:revision>
  <dcterms:created xsi:type="dcterms:W3CDTF">2026-05-18T05:31:02Z</dcterms:created>
  <dcterms:modified xsi:type="dcterms:W3CDTF">2026-06-09T05:50:04Z</dcterms:modified>
</cp:coreProperties>
</file>