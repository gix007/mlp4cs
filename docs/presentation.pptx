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7" r:id="rId18"/>
    <p:sldId id="271" r:id="rId19"/>
    <p:sldId id="272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-48" y="-5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032448"/>
          </a:xfrm>
        </p:spPr>
        <p:txBody>
          <a:bodyPr>
            <a:noAutofit/>
          </a:bodyPr>
          <a:lstStyle/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7" name="Picture 6" descr="exp1_architectur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340768"/>
            <a:ext cx="9144000" cy="46218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" name="Content Placeholder 4" descr="exp2_architectur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0" y="1772816"/>
            <a:ext cx="9144000" cy="3024336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API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$21 in API fees, ~8× more than GPT-4o-mini ($2.75)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Contributions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Controlled three-experiment design that isolates architectural decomposition (Exp 1 → Exp 2) and role-specific LoRA fine-tuning (Exp 2 → Exp 3) on the same data and metrics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Head-to-head comparison of commercial APIs and small open-source models (3B–14B) across all three architectures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Empirical evidence, across model families, that DST is the dominant bottleneck in modular pipelines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3804</TotalTime>
  <Words>1510</Words>
  <Application>Microsoft Office PowerPoint</Application>
  <PresentationFormat>On-screen Show (4:3)</PresentationFormat>
  <Paragraphs>419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Contributions</vt:lpstr>
      <vt:lpstr>Limitations and Future Work</vt:lpstr>
      <vt:lpstr>Slide 19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200</cp:revision>
  <dcterms:created xsi:type="dcterms:W3CDTF">2026-05-18T05:31:02Z</dcterms:created>
  <dcterms:modified xsi:type="dcterms:W3CDTF">2026-06-18T20:11:26Z</dcterms:modified>
</cp:coreProperties>
</file>