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-66" y="-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Autofit/>
          </a:bodyPr>
          <a:lstStyle/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Research Associate, ILSP, ATHENA R.C.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Researcher C, ILSP, ATHENA R.C.</a:t>
            </a:r>
          </a:p>
          <a:p>
            <a:pPr algn="l"/>
            <a:r>
              <a:rPr lang="en-US" sz="12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 and errors, with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TOD system for customer service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), dialog acts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 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6923112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at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$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21 in API fees, ~8× more than GPT-4o-mini ($2.75)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quality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3353</TotalTime>
  <Words>1637</Words>
  <Application>Microsoft Office PowerPoint</Application>
  <PresentationFormat>On-screen Show (4:3)</PresentationFormat>
  <Paragraphs>437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180</cp:revision>
  <dcterms:created xsi:type="dcterms:W3CDTF">2026-05-18T05:31:02Z</dcterms:created>
  <dcterms:modified xsi:type="dcterms:W3CDTF">2026-06-16T07:15:44Z</dcterms:modified>
</cp:coreProperties>
</file>