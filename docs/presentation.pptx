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0" d="100"/>
          <a:sy n="90" d="100"/>
        </p:scale>
        <p:origin x="-63" y="-4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Scientific Associate, ILSP, Athena Research Center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Vasilis Katsouros, Director of ILSP, Athena Research Center</a:t>
            </a:r>
          </a:p>
          <a:p>
            <a:pPr algn="l"/>
            <a:r>
              <a:rPr lang="en-US" sz="14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Aggelos Pikrakis, Associate Professor, University of Piraeus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5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5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489654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labor, errors, and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customer-service dialogue system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Both questions are evaluated across commercial API models (GPT-4o-mini, Claude 3 Haiku) and open-source models (LLaMA, Qwen, Phi).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LLM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Defines the reference point for Exp 2 and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77686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  <a:gridCol w="853752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$21.03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$2.75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very high cost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free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920880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80138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$0.78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848872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729377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Disciplined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models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tend to peak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tend to gain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 as Exp 4: preference-based on top of LoRA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(e.g., LangGraph)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2435</TotalTime>
  <Words>1694</Words>
  <Application>Microsoft Office PowerPoint</Application>
  <PresentationFormat>On-screen Show (4:3)</PresentationFormat>
  <Paragraphs>465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161</cp:revision>
  <dcterms:created xsi:type="dcterms:W3CDTF">2026-05-18T05:31:02Z</dcterms:created>
  <dcterms:modified xsi:type="dcterms:W3CDTF">2026-06-07T06:13:29Z</dcterms:modified>
</cp:coreProperties>
</file>