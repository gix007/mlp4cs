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66" y="-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Scientific Associate,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recommendations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2917</TotalTime>
  <Words>1684</Words>
  <Application>Microsoft Office PowerPoint</Application>
  <PresentationFormat>On-screen Show (4:3)</PresentationFormat>
  <Paragraphs>466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168</cp:revision>
  <dcterms:created xsi:type="dcterms:W3CDTF">2026-05-18T05:31:02Z</dcterms:created>
  <dcterms:modified xsi:type="dcterms:W3CDTF">2026-06-11T16:37:27Z</dcterms:modified>
</cp:coreProperties>
</file>